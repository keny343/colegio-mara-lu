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Tópicos Avançados de Compiladores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19456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Léxica e Sintática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um Analisador para a Linguagem SimpleScript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45312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Estudante 1 · Estudante 2 · Estudante 3       |       Prof. MSc. J.K. Kahumba       |     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0624" y="1124712"/>
            <a:ext cx="530352" cy="530352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1247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143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e Contextualização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" y="1965960"/>
            <a:ext cx="530352" cy="530352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965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19842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Objectivos do Projecto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734056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" y="2807208"/>
            <a:ext cx="530352" cy="530352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807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282549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Linguagem SimpleScript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575304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" y="3648456"/>
            <a:ext cx="530352" cy="530352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648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366674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do Sistema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0515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01184" y="1124712"/>
            <a:ext cx="530352" cy="530352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11247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04688" y="1143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892808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01184" y="1965960"/>
            <a:ext cx="530352" cy="530352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1965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04688" y="19842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Resultados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2734056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01184" y="2807208"/>
            <a:ext cx="530352" cy="530352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2807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04688" y="282549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compiladores transformam código de alto nível em código executável. As suas duas primeiras fases — análise léxica e sintática — constituem o "front-end" e são fundamentais para qualquer linguagem de programação.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projecto aplica os conceitos teóricos de TAC num contexto prático, consolidando o conhecimento sobre: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Autómatos finitos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Expressões regulares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Gramáticas livres de contexto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Parsers de descida recursiva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 1 – TAC | 2025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Objectivos do Projecto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34440"/>
            <a:ext cx="594360" cy="5943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527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 classificar tokens do código fonte (palavras-chave, operadores, identificadores)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594360" cy="5943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32120" y="12527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regras gramaticais formais para a linguagem SimpleScript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200400"/>
            <a:ext cx="594360" cy="5943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2186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 a estrutura sintática dos programas segue a gramática definida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200400"/>
            <a:ext cx="594360" cy="5943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32186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e reportar erros léxicos e sintáticos com mensagens claras e número de linha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A Linguagem SimpleScript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Reconhecidos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192024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898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389888"/>
            <a:ext cx="192024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3898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470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18470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18470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if, else, while, print, int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304288"/>
            <a:ext cx="192024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3042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2304288"/>
            <a:ext cx="192024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23042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soma, resultado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614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614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27614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27614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0, 42, 3.14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218688"/>
            <a:ext cx="192024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2186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0" y="3218688"/>
            <a:ext cx="192024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32186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+, -, *, /, ==, !=, &lt;, &gt;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6758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758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0" y="367588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36758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192024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1330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0" y="4133088"/>
            <a:ext cx="192024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41330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 { } ;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Programa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846320" y="1389888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83480" y="14630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10 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y = 0 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 x &gt; 5 )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= x + 1 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 ( y ) 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 ( x ) 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 1 – TAC | 2025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Arquitectura do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64592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8899BB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691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.sscript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2331720"/>
            <a:ext cx="365760" cy="0"/>
          </a:xfrm>
          <a:prstGeom prst="line">
            <a:avLst/>
          </a:prstGeom>
          <a:noFill/>
          <a:ln w="3175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176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164592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0" y="1691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60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lexer.py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2331720"/>
            <a:ext cx="365760" cy="0"/>
          </a:xfrm>
          <a:prstGeom prst="line">
            <a:avLst/>
          </a:prstGeom>
          <a:noFill/>
          <a:ln w="3175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176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64592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691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parser.py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2331720"/>
            <a:ext cx="365760" cy="0"/>
          </a:xfrm>
          <a:prstGeom prst="line">
            <a:avLst/>
          </a:prstGeom>
          <a:noFill/>
          <a:ln w="3175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176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40880" y="164592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0C896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1691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Erros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71800" y="3154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3154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/ Erros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79476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3840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Lexer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" y="418795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expressões regulares (módulo re) para tokenizar o código. Ignora espaços e comentários. Reporta caracteres inválidos.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79476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00600" y="3840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Parser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418795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Descida recursiva. Cada regra da gramática = uma função Python. Valida estrutura e reporta erros sintáticos.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Implementação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 Léxico – lexer.py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44752"/>
            <a:ext cx="3840480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('KEYWORD',  r'\b(if|else|while|print|int)\b'),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('NUMBER',   r'\d+(\.\d+)?'),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('IDENT',    r'[a-zA-Z_]\w*'),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('OP',       r'==|!=|&lt;=|&gt;=|[+\-*/=&lt;&gt;]'),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('DELIM',    r'[(){}; ]'),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tokenize(code):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tokens = []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 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 =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pos &lt; len(code):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kind, pat in TOKENS: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 = re.match(pat, code[pos:])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tokens.append((kind, m.group(), line))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 += len(m.group())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raise LexError(f"Char inválido: {code[pos]} linha {line}")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tokens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 Sintático – parser.py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444752"/>
            <a:ext cx="3840480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Parser: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__init__(self, tokens):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self.tokens = tokens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self.pos = 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current(self):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self.tokens[self.pos]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eat(self, kind):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self.current()[0] == kind: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self.pos +=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raise SyntaxError(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f"Esperado {kind}, 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f"encontrado {self.current()[1]} 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f"na linha {self.current()[2]}"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parse_if(self):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self.eat('KEYWORD')  # if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self.eat('DELIM')    #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self.parse_expr()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self.eat('DELIM')    #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self.parse_block()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 1 – TAC | 2025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Testes e Resultados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8755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6276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Teste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98755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0" y="16276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Sucesso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98755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16276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Erro Detectados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212848"/>
            <a:ext cx="21945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12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2212848"/>
            <a:ext cx="39319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2128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2212848"/>
            <a:ext cx="25603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212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587752"/>
            <a:ext cx="2194560" cy="402336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58775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 válida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468880" y="2587752"/>
            <a:ext cx="3931920" cy="402336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25877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 ;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2587752"/>
            <a:ext cx="2560320" cy="402336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5877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3008376"/>
            <a:ext cx="2194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00837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if válida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468880" y="3008376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300837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&gt; 0) { print(x); }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3008376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0083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74320" y="3429000"/>
            <a:ext cx="2194560" cy="402336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429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léxico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468880" y="3429000"/>
            <a:ext cx="3931920" cy="402336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34290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5@ ;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0" y="3429000"/>
            <a:ext cx="2560320" cy="402336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4290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Erro na linha 1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4320" y="3849624"/>
            <a:ext cx="2194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8496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sintático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468880" y="3849624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68880" y="38496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0 { }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0" y="3849624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384962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Erro na linha 1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74320" y="4270248"/>
            <a:ext cx="2194560" cy="402336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2702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while válido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2468880" y="4270248"/>
            <a:ext cx="3931920" cy="402336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68880" y="42702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(x &lt; 10) { x = x+1; }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400800" y="4270248"/>
            <a:ext cx="2560320" cy="402336"/>
          </a:xfrm>
          <a:prstGeom prst="rect">
            <a:avLst/>
          </a:prstGeom>
          <a:solidFill>
            <a:srgbClr val="F5F8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42702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 1 – TAC | 2025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Conclusão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0972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05840"/>
            <a:ext cx="2743200" cy="3794760"/>
          </a:xfrm>
          <a:prstGeom prst="roundRect">
            <a:avLst>
              <a:gd name="adj" fmla="val 3333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743200" cy="502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241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alcançámos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Lexer funcional com 7 categorias de tokens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23500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Parser de descida recursiva completo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4320" y="30083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Detecção de erros léxicos e sintáticos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4320" y="366674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dos testes passaram com sucesso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72968" y="1005840"/>
            <a:ext cx="2743200" cy="3794760"/>
          </a:xfrm>
          <a:prstGeom prst="roundRect">
            <a:avLst>
              <a:gd name="adj" fmla="val 3333"/>
            </a:avLst>
          </a:prstGeom>
          <a:solidFill>
            <a:srgbClr val="0D2240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005840"/>
            <a:ext cx="2743200" cy="502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0241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1691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Definição inicial da gramática sem ambiguidades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64408" y="23500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Precedência de operadores (resolvida com expr/termo/fator)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64408" y="30083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Mensagens de erro precisas e informativas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63056" y="1005840"/>
            <a:ext cx="2743200" cy="3794760"/>
          </a:xfrm>
          <a:prstGeom prst="roundRect">
            <a:avLst>
              <a:gd name="adj" fmla="val 3333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005840"/>
            <a:ext cx="2743200" cy="502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0241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Futuras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54496" y="1691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Geração de AST (Projecto 2)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54496" y="23500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Recuperação de erros após o 1º erro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54496" y="300837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Suporte a funções e strings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54496" y="366674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Análise semântica (tabela de símbolos)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188720"/>
            <a:ext cx="6400800" cy="27432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71600" y="13716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23317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 1 – Análise Léxica e Sintática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834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Disponíveis para perguntas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MSc. J.K. Kahumba  |  TAC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Projecto 1 – Análise Léxica e Sintática</dc:title>
  <dc:subject>PptxGenJS Presentation</dc:subject>
  <dc:creator>PptxGenJS</dc:creator>
  <cp:lastModifiedBy>PptxGenJS</cp:lastModifiedBy>
  <cp:revision>1</cp:revision>
  <dcterms:created xsi:type="dcterms:W3CDTF">2026-06-21T14:23:55Z</dcterms:created>
  <dcterms:modified xsi:type="dcterms:W3CDTF">2026-06-21T14:23:55Z</dcterms:modified>
</cp:coreProperties>
</file>